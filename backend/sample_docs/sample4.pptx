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PPTX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1500000"/>
            <a:ext cx="8000000" cy="2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tests PowerPoint text extraction.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